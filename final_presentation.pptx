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Data Analysis &amp;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Name: Anushma</a:t>
            </a:r>
          </a:p>
          <a:p>
            <a:r>
              <a:t>Course: B.Tech AI &amp; 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sales data to identify trends and provide business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9800 records</a:t>
            </a:r>
          </a:p>
          <a:p>
            <a:r>
              <a:t>Includes category, region, customer, sales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</a:t>
            </a:r>
          </a:p>
          <a:p>
            <a:r>
              <a:t>Removed duplicates</a:t>
            </a:r>
          </a:p>
          <a:p>
            <a:r>
              <a:t>Converted data types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Sales: $2.29M</a:t>
            </a:r>
          </a:p>
          <a:p>
            <a:r>
              <a:t>Total Orders: 4922</a:t>
            </a:r>
          </a:p>
          <a:p>
            <a:r>
              <a:t>Avg Order: $466</a:t>
            </a:r>
          </a:p>
          <a:p>
            <a:r>
              <a:t>Top Category: Technology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by Category</a:t>
            </a:r>
          </a:p>
          <a:p>
            <a:r>
              <a:t>Sales by Region</a:t>
            </a:r>
          </a:p>
          <a:p>
            <a:r>
              <a:t>Sales by Segment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Dive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Identified high-performing categories and regions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using Power BI</a:t>
            </a:r>
          </a:p>
          <a:p>
            <a:r>
              <a:t>Includes KPIs and filters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leads</a:t>
            </a:r>
          </a:p>
          <a:p>
            <a:r>
              <a:t>West region top</a:t>
            </a:r>
          </a:p>
          <a:p>
            <a:r>
              <a:t>Consumer segment highest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top categories</a:t>
            </a:r>
          </a:p>
          <a:p>
            <a:r>
              <a:t>Expand regions</a:t>
            </a:r>
          </a:p>
          <a:p>
            <a:r>
              <a:t>Improve low areas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Technology &gt; Furniture</a:t>
            </a:r>
          </a:p>
          <a:p>
            <a:r>
              <a:t>p-value &lt; 0.05</a:t>
            </a:r>
          </a:p>
          <a:p>
            <a:r>
              <a:t>Significant difference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helps in decision making and business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